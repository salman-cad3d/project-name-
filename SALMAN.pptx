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0693400" cy="7569200"/>
  <p:notesSz cx="10693400" cy="7569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406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481" y="2346452"/>
            <a:ext cx="9094788" cy="15895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D3AE3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962" y="4238752"/>
            <a:ext cx="7489825" cy="1892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D3AE3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693400" cy="7562850"/>
          </a:xfrm>
          <a:custGeom>
            <a:avLst/>
            <a:gdLst/>
            <a:ahLst/>
            <a:cxnLst/>
            <a:rect l="l" t="t" r="r" b="b"/>
            <a:pathLst>
              <a:path w="10693400" h="7562850">
                <a:moveTo>
                  <a:pt x="10693400" y="0"/>
                </a:moveTo>
                <a:lnTo>
                  <a:pt x="0" y="0"/>
                </a:lnTo>
                <a:lnTo>
                  <a:pt x="0" y="7562850"/>
                </a:lnTo>
                <a:lnTo>
                  <a:pt x="10693400" y="7562850"/>
                </a:lnTo>
                <a:lnTo>
                  <a:pt x="10693400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09523" y="1677416"/>
            <a:ext cx="3896995" cy="9525"/>
          </a:xfrm>
          <a:custGeom>
            <a:avLst/>
            <a:gdLst/>
            <a:ahLst/>
            <a:cxnLst/>
            <a:rect l="l" t="t" r="r" b="b"/>
            <a:pathLst>
              <a:path w="3896995" h="9525">
                <a:moveTo>
                  <a:pt x="3896487" y="0"/>
                </a:moveTo>
                <a:lnTo>
                  <a:pt x="0" y="0"/>
                </a:lnTo>
                <a:lnTo>
                  <a:pt x="0" y="9525"/>
                </a:lnTo>
                <a:lnTo>
                  <a:pt x="3896487" y="9525"/>
                </a:lnTo>
                <a:lnTo>
                  <a:pt x="389648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355463" y="1677415"/>
            <a:ext cx="4427220" cy="9525"/>
          </a:xfrm>
          <a:custGeom>
            <a:avLst/>
            <a:gdLst/>
            <a:ahLst/>
            <a:cxnLst/>
            <a:rect l="l" t="t" r="r" b="b"/>
            <a:pathLst>
              <a:path w="4427220" h="9525">
                <a:moveTo>
                  <a:pt x="4426966" y="0"/>
                </a:moveTo>
                <a:lnTo>
                  <a:pt x="0" y="0"/>
                </a:lnTo>
                <a:lnTo>
                  <a:pt x="0" y="9525"/>
                </a:lnTo>
                <a:lnTo>
                  <a:pt x="4426966" y="9525"/>
                </a:lnTo>
                <a:lnTo>
                  <a:pt x="4426966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D3AE3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987" y="1740916"/>
            <a:ext cx="4654391" cy="4995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10371" y="1740916"/>
            <a:ext cx="4654391" cy="4995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D3AE3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693400" cy="7562850"/>
          </a:xfrm>
          <a:custGeom>
            <a:avLst/>
            <a:gdLst/>
            <a:ahLst/>
            <a:cxnLst/>
            <a:rect l="l" t="t" r="r" b="b"/>
            <a:pathLst>
              <a:path w="10693400" h="7562850">
                <a:moveTo>
                  <a:pt x="10693400" y="0"/>
                </a:moveTo>
                <a:lnTo>
                  <a:pt x="0" y="0"/>
                </a:lnTo>
                <a:lnTo>
                  <a:pt x="0" y="7562850"/>
                </a:lnTo>
                <a:lnTo>
                  <a:pt x="10693400" y="7562850"/>
                </a:lnTo>
                <a:lnTo>
                  <a:pt x="10693400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7069" y="617346"/>
            <a:ext cx="732790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D3AE3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987" y="1740916"/>
            <a:ext cx="9629775" cy="49956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7915" y="7039356"/>
            <a:ext cx="3423920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987" y="7039356"/>
            <a:ext cx="2460942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703820" y="7039356"/>
            <a:ext cx="2460942" cy="378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instagram.com/versavisionstud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56"/>
            <a:ext cx="10693400" cy="7562906"/>
            <a:chOff x="0" y="-56"/>
            <a:chExt cx="10693400" cy="7562906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56"/>
              <a:ext cx="10693400" cy="756290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41242" y="1775206"/>
              <a:ext cx="4010025" cy="4010025"/>
            </a:xfrm>
            <a:custGeom>
              <a:avLst/>
              <a:gdLst/>
              <a:ahLst/>
              <a:cxnLst/>
              <a:rect l="l" t="t" r="r" b="b"/>
              <a:pathLst>
                <a:path w="4010025" h="4010025">
                  <a:moveTo>
                    <a:pt x="4009516" y="2004821"/>
                  </a:moveTo>
                  <a:lnTo>
                    <a:pt x="4009009" y="2053843"/>
                  </a:lnTo>
                  <a:lnTo>
                    <a:pt x="4007358" y="2102484"/>
                  </a:lnTo>
                  <a:lnTo>
                    <a:pt x="4004564" y="2150871"/>
                  </a:lnTo>
                  <a:lnTo>
                    <a:pt x="4000881" y="2198751"/>
                  </a:lnTo>
                  <a:lnTo>
                    <a:pt x="3995928" y="2246376"/>
                  </a:lnTo>
                  <a:lnTo>
                    <a:pt x="3990086" y="2293619"/>
                  </a:lnTo>
                  <a:lnTo>
                    <a:pt x="3983228" y="2340482"/>
                  </a:lnTo>
                  <a:lnTo>
                    <a:pt x="3975227" y="2386838"/>
                  </a:lnTo>
                  <a:lnTo>
                    <a:pt x="3966337" y="2432939"/>
                  </a:lnTo>
                  <a:lnTo>
                    <a:pt x="3956304" y="2478404"/>
                  </a:lnTo>
                  <a:lnTo>
                    <a:pt x="3945382" y="2523616"/>
                  </a:lnTo>
                  <a:lnTo>
                    <a:pt x="3933443" y="2568320"/>
                  </a:lnTo>
                  <a:lnTo>
                    <a:pt x="3920616" y="2612516"/>
                  </a:lnTo>
                  <a:lnTo>
                    <a:pt x="3906774" y="2656331"/>
                  </a:lnTo>
                  <a:lnTo>
                    <a:pt x="3891915" y="2699638"/>
                  </a:lnTo>
                  <a:lnTo>
                    <a:pt x="3876293" y="2742437"/>
                  </a:lnTo>
                  <a:lnTo>
                    <a:pt x="3859657" y="2784729"/>
                  </a:lnTo>
                  <a:lnTo>
                    <a:pt x="3842131" y="2826511"/>
                  </a:lnTo>
                  <a:lnTo>
                    <a:pt x="3823589" y="2867786"/>
                  </a:lnTo>
                  <a:lnTo>
                    <a:pt x="3804285" y="2908426"/>
                  </a:lnTo>
                  <a:lnTo>
                    <a:pt x="3784091" y="2948558"/>
                  </a:lnTo>
                  <a:lnTo>
                    <a:pt x="3763010" y="2988182"/>
                  </a:lnTo>
                  <a:lnTo>
                    <a:pt x="3741166" y="3027298"/>
                  </a:lnTo>
                  <a:lnTo>
                    <a:pt x="3718306" y="3065653"/>
                  </a:lnTo>
                  <a:lnTo>
                    <a:pt x="3694684" y="3103498"/>
                  </a:lnTo>
                  <a:lnTo>
                    <a:pt x="3670300" y="3140836"/>
                  </a:lnTo>
                  <a:lnTo>
                    <a:pt x="3645154" y="3177412"/>
                  </a:lnTo>
                  <a:lnTo>
                    <a:pt x="3619118" y="3213354"/>
                  </a:lnTo>
                  <a:lnTo>
                    <a:pt x="3592322" y="3248786"/>
                  </a:lnTo>
                  <a:lnTo>
                    <a:pt x="3564636" y="3283457"/>
                  </a:lnTo>
                  <a:lnTo>
                    <a:pt x="3536315" y="3317493"/>
                  </a:lnTo>
                  <a:lnTo>
                    <a:pt x="3507232" y="3350894"/>
                  </a:lnTo>
                  <a:lnTo>
                    <a:pt x="3477387" y="3383533"/>
                  </a:lnTo>
                  <a:lnTo>
                    <a:pt x="3446780" y="3415537"/>
                  </a:lnTo>
                  <a:lnTo>
                    <a:pt x="3415538" y="3446906"/>
                  </a:lnTo>
                  <a:lnTo>
                    <a:pt x="3383534" y="3477386"/>
                  </a:lnTo>
                  <a:lnTo>
                    <a:pt x="3350895" y="3507231"/>
                  </a:lnTo>
                  <a:lnTo>
                    <a:pt x="3317493" y="3536314"/>
                  </a:lnTo>
                  <a:lnTo>
                    <a:pt x="3283458" y="3564762"/>
                  </a:lnTo>
                  <a:lnTo>
                    <a:pt x="3248787" y="3592322"/>
                  </a:lnTo>
                  <a:lnTo>
                    <a:pt x="3213354" y="3619118"/>
                  </a:lnTo>
                  <a:lnTo>
                    <a:pt x="3177413" y="3645154"/>
                  </a:lnTo>
                  <a:lnTo>
                    <a:pt x="3140710" y="3670300"/>
                  </a:lnTo>
                  <a:lnTo>
                    <a:pt x="3103499" y="3694810"/>
                  </a:lnTo>
                  <a:lnTo>
                    <a:pt x="3065653" y="3718432"/>
                  </a:lnTo>
                  <a:lnTo>
                    <a:pt x="3027172" y="3741166"/>
                  </a:lnTo>
                  <a:lnTo>
                    <a:pt x="2988183" y="3763009"/>
                  </a:lnTo>
                  <a:lnTo>
                    <a:pt x="2948559" y="3784091"/>
                  </a:lnTo>
                  <a:lnTo>
                    <a:pt x="2908427" y="3804284"/>
                  </a:lnTo>
                  <a:lnTo>
                    <a:pt x="2867660" y="3823716"/>
                  </a:lnTo>
                  <a:lnTo>
                    <a:pt x="2826385" y="3842130"/>
                  </a:lnTo>
                  <a:lnTo>
                    <a:pt x="2784729" y="3859656"/>
                  </a:lnTo>
                  <a:lnTo>
                    <a:pt x="2742438" y="3876293"/>
                  </a:lnTo>
                  <a:lnTo>
                    <a:pt x="2699639" y="3892041"/>
                  </a:lnTo>
                  <a:lnTo>
                    <a:pt x="2656332" y="3906774"/>
                  </a:lnTo>
                  <a:lnTo>
                    <a:pt x="2612517" y="3920616"/>
                  </a:lnTo>
                  <a:lnTo>
                    <a:pt x="2568321" y="3933570"/>
                  </a:lnTo>
                  <a:lnTo>
                    <a:pt x="2523617" y="3945381"/>
                  </a:lnTo>
                  <a:lnTo>
                    <a:pt x="2478405" y="3956304"/>
                  </a:lnTo>
                  <a:lnTo>
                    <a:pt x="2432812" y="3966336"/>
                  </a:lnTo>
                  <a:lnTo>
                    <a:pt x="2386838" y="3975227"/>
                  </a:lnTo>
                  <a:lnTo>
                    <a:pt x="2340356" y="3983228"/>
                  </a:lnTo>
                  <a:lnTo>
                    <a:pt x="2293620" y="3990085"/>
                  </a:lnTo>
                  <a:lnTo>
                    <a:pt x="2246376" y="3996054"/>
                  </a:lnTo>
                  <a:lnTo>
                    <a:pt x="2198751" y="4000880"/>
                  </a:lnTo>
                  <a:lnTo>
                    <a:pt x="2150745" y="4004691"/>
                  </a:lnTo>
                  <a:lnTo>
                    <a:pt x="2102485" y="4007357"/>
                  </a:lnTo>
                  <a:lnTo>
                    <a:pt x="2053717" y="4009008"/>
                  </a:lnTo>
                  <a:lnTo>
                    <a:pt x="2004695" y="4009516"/>
                  </a:lnTo>
                  <a:lnTo>
                    <a:pt x="1955800" y="4009008"/>
                  </a:lnTo>
                  <a:lnTo>
                    <a:pt x="1907032" y="4007357"/>
                  </a:lnTo>
                  <a:lnTo>
                    <a:pt x="1858772" y="4004691"/>
                  </a:lnTo>
                  <a:lnTo>
                    <a:pt x="1810766" y="4000880"/>
                  </a:lnTo>
                  <a:lnTo>
                    <a:pt x="1763141" y="3996054"/>
                  </a:lnTo>
                  <a:lnTo>
                    <a:pt x="1715897" y="3990085"/>
                  </a:lnTo>
                  <a:lnTo>
                    <a:pt x="1669161" y="3983228"/>
                  </a:lnTo>
                  <a:lnTo>
                    <a:pt x="1622679" y="3975227"/>
                  </a:lnTo>
                  <a:lnTo>
                    <a:pt x="1576705" y="3966336"/>
                  </a:lnTo>
                  <a:lnTo>
                    <a:pt x="1531112" y="3956304"/>
                  </a:lnTo>
                  <a:lnTo>
                    <a:pt x="1485900" y="3945381"/>
                  </a:lnTo>
                  <a:lnTo>
                    <a:pt x="1441196" y="3933570"/>
                  </a:lnTo>
                  <a:lnTo>
                    <a:pt x="1397000" y="3920616"/>
                  </a:lnTo>
                  <a:lnTo>
                    <a:pt x="1353185" y="3906774"/>
                  </a:lnTo>
                  <a:lnTo>
                    <a:pt x="1309878" y="3892041"/>
                  </a:lnTo>
                  <a:lnTo>
                    <a:pt x="1267079" y="3876293"/>
                  </a:lnTo>
                  <a:lnTo>
                    <a:pt x="1224788" y="3859656"/>
                  </a:lnTo>
                  <a:lnTo>
                    <a:pt x="1183005" y="3842130"/>
                  </a:lnTo>
                  <a:lnTo>
                    <a:pt x="1141857" y="3823716"/>
                  </a:lnTo>
                  <a:lnTo>
                    <a:pt x="1101090" y="3804284"/>
                  </a:lnTo>
                  <a:lnTo>
                    <a:pt x="1060958" y="3784091"/>
                  </a:lnTo>
                  <a:lnTo>
                    <a:pt x="1021334" y="3763009"/>
                  </a:lnTo>
                  <a:lnTo>
                    <a:pt x="982345" y="3741166"/>
                  </a:lnTo>
                  <a:lnTo>
                    <a:pt x="943864" y="3718432"/>
                  </a:lnTo>
                  <a:lnTo>
                    <a:pt x="906018" y="3694810"/>
                  </a:lnTo>
                  <a:lnTo>
                    <a:pt x="868807" y="3670300"/>
                  </a:lnTo>
                  <a:lnTo>
                    <a:pt x="832104" y="3645154"/>
                  </a:lnTo>
                  <a:lnTo>
                    <a:pt x="796163" y="3619118"/>
                  </a:lnTo>
                  <a:lnTo>
                    <a:pt x="760730" y="3592322"/>
                  </a:lnTo>
                  <a:lnTo>
                    <a:pt x="726059" y="3564762"/>
                  </a:lnTo>
                  <a:lnTo>
                    <a:pt x="692023" y="3536314"/>
                  </a:lnTo>
                  <a:lnTo>
                    <a:pt x="658622" y="3507231"/>
                  </a:lnTo>
                  <a:lnTo>
                    <a:pt x="625983" y="3477386"/>
                  </a:lnTo>
                  <a:lnTo>
                    <a:pt x="593979" y="3446906"/>
                  </a:lnTo>
                  <a:lnTo>
                    <a:pt x="562737" y="3415537"/>
                  </a:lnTo>
                  <a:lnTo>
                    <a:pt x="532130" y="3383533"/>
                  </a:lnTo>
                  <a:lnTo>
                    <a:pt x="502285" y="3350894"/>
                  </a:lnTo>
                  <a:lnTo>
                    <a:pt x="473202" y="3317493"/>
                  </a:lnTo>
                  <a:lnTo>
                    <a:pt x="444881" y="3283457"/>
                  </a:lnTo>
                  <a:lnTo>
                    <a:pt x="417195" y="3248786"/>
                  </a:lnTo>
                  <a:lnTo>
                    <a:pt x="390398" y="3213354"/>
                  </a:lnTo>
                  <a:lnTo>
                    <a:pt x="364363" y="3177412"/>
                  </a:lnTo>
                  <a:lnTo>
                    <a:pt x="339217" y="3140836"/>
                  </a:lnTo>
                  <a:lnTo>
                    <a:pt x="314833" y="3103498"/>
                  </a:lnTo>
                  <a:lnTo>
                    <a:pt x="291211" y="3065653"/>
                  </a:lnTo>
                  <a:lnTo>
                    <a:pt x="268351" y="3027298"/>
                  </a:lnTo>
                  <a:lnTo>
                    <a:pt x="246507" y="2988182"/>
                  </a:lnTo>
                  <a:lnTo>
                    <a:pt x="225425" y="2948558"/>
                  </a:lnTo>
                  <a:lnTo>
                    <a:pt x="205232" y="2908426"/>
                  </a:lnTo>
                  <a:lnTo>
                    <a:pt x="185928" y="2867786"/>
                  </a:lnTo>
                  <a:lnTo>
                    <a:pt x="167386" y="2826511"/>
                  </a:lnTo>
                  <a:lnTo>
                    <a:pt x="149860" y="2784729"/>
                  </a:lnTo>
                  <a:lnTo>
                    <a:pt x="133223" y="2742437"/>
                  </a:lnTo>
                  <a:lnTo>
                    <a:pt x="117602" y="2699638"/>
                  </a:lnTo>
                  <a:lnTo>
                    <a:pt x="102743" y="2656331"/>
                  </a:lnTo>
                  <a:lnTo>
                    <a:pt x="88900" y="2612516"/>
                  </a:lnTo>
                  <a:lnTo>
                    <a:pt x="76073" y="2568320"/>
                  </a:lnTo>
                  <a:lnTo>
                    <a:pt x="64135" y="2523616"/>
                  </a:lnTo>
                  <a:lnTo>
                    <a:pt x="53212" y="2478404"/>
                  </a:lnTo>
                  <a:lnTo>
                    <a:pt x="43180" y="2432939"/>
                  </a:lnTo>
                  <a:lnTo>
                    <a:pt x="34290" y="2386838"/>
                  </a:lnTo>
                  <a:lnTo>
                    <a:pt x="26289" y="2340482"/>
                  </a:lnTo>
                  <a:lnTo>
                    <a:pt x="19431" y="2293619"/>
                  </a:lnTo>
                  <a:lnTo>
                    <a:pt x="13589" y="2246376"/>
                  </a:lnTo>
                  <a:lnTo>
                    <a:pt x="8636" y="2198751"/>
                  </a:lnTo>
                  <a:lnTo>
                    <a:pt x="4953" y="2150871"/>
                  </a:lnTo>
                  <a:lnTo>
                    <a:pt x="2159" y="2102484"/>
                  </a:lnTo>
                  <a:lnTo>
                    <a:pt x="508" y="2053843"/>
                  </a:lnTo>
                  <a:lnTo>
                    <a:pt x="0" y="2004821"/>
                  </a:lnTo>
                  <a:lnTo>
                    <a:pt x="508" y="1955800"/>
                  </a:lnTo>
                  <a:lnTo>
                    <a:pt x="2159" y="1907158"/>
                  </a:lnTo>
                  <a:lnTo>
                    <a:pt x="4953" y="1858771"/>
                  </a:lnTo>
                  <a:lnTo>
                    <a:pt x="8636" y="1810765"/>
                  </a:lnTo>
                  <a:lnTo>
                    <a:pt x="13589" y="1763140"/>
                  </a:lnTo>
                  <a:lnTo>
                    <a:pt x="19431" y="1716023"/>
                  </a:lnTo>
                  <a:lnTo>
                    <a:pt x="26289" y="1669160"/>
                  </a:lnTo>
                  <a:lnTo>
                    <a:pt x="34290" y="1622678"/>
                  </a:lnTo>
                  <a:lnTo>
                    <a:pt x="43180" y="1576704"/>
                  </a:lnTo>
                  <a:lnTo>
                    <a:pt x="53212" y="1531111"/>
                  </a:lnTo>
                  <a:lnTo>
                    <a:pt x="64135" y="1486027"/>
                  </a:lnTo>
                  <a:lnTo>
                    <a:pt x="76073" y="1441322"/>
                  </a:lnTo>
                  <a:lnTo>
                    <a:pt x="88900" y="1397000"/>
                  </a:lnTo>
                  <a:lnTo>
                    <a:pt x="102743" y="1353311"/>
                  </a:lnTo>
                  <a:lnTo>
                    <a:pt x="117602" y="1310004"/>
                  </a:lnTo>
                  <a:lnTo>
                    <a:pt x="133223" y="1267205"/>
                  </a:lnTo>
                  <a:lnTo>
                    <a:pt x="149860" y="1224914"/>
                  </a:lnTo>
                  <a:lnTo>
                    <a:pt x="167386" y="1183131"/>
                  </a:lnTo>
                  <a:lnTo>
                    <a:pt x="185928" y="1141856"/>
                  </a:lnTo>
                  <a:lnTo>
                    <a:pt x="205232" y="1101089"/>
                  </a:lnTo>
                  <a:lnTo>
                    <a:pt x="225425" y="1060957"/>
                  </a:lnTo>
                  <a:lnTo>
                    <a:pt x="246507" y="1021333"/>
                  </a:lnTo>
                  <a:lnTo>
                    <a:pt x="268351" y="982344"/>
                  </a:lnTo>
                  <a:lnTo>
                    <a:pt x="291211" y="943863"/>
                  </a:lnTo>
                  <a:lnTo>
                    <a:pt x="314833" y="906017"/>
                  </a:lnTo>
                  <a:lnTo>
                    <a:pt x="339217" y="868806"/>
                  </a:lnTo>
                  <a:lnTo>
                    <a:pt x="364363" y="832230"/>
                  </a:lnTo>
                  <a:lnTo>
                    <a:pt x="390398" y="796163"/>
                  </a:lnTo>
                  <a:lnTo>
                    <a:pt x="417195" y="760856"/>
                  </a:lnTo>
                  <a:lnTo>
                    <a:pt x="444881" y="726058"/>
                  </a:lnTo>
                  <a:lnTo>
                    <a:pt x="473202" y="692022"/>
                  </a:lnTo>
                  <a:lnTo>
                    <a:pt x="502285" y="658748"/>
                  </a:lnTo>
                  <a:lnTo>
                    <a:pt x="532130" y="625982"/>
                  </a:lnTo>
                  <a:lnTo>
                    <a:pt x="562737" y="593978"/>
                  </a:lnTo>
                  <a:lnTo>
                    <a:pt x="593979" y="562736"/>
                  </a:lnTo>
                  <a:lnTo>
                    <a:pt x="625983" y="532129"/>
                  </a:lnTo>
                  <a:lnTo>
                    <a:pt x="658622" y="502284"/>
                  </a:lnTo>
                  <a:lnTo>
                    <a:pt x="692023" y="473201"/>
                  </a:lnTo>
                  <a:lnTo>
                    <a:pt x="726059" y="444880"/>
                  </a:lnTo>
                  <a:lnTo>
                    <a:pt x="760730" y="417321"/>
                  </a:lnTo>
                  <a:lnTo>
                    <a:pt x="796163" y="390525"/>
                  </a:lnTo>
                  <a:lnTo>
                    <a:pt x="832104" y="364489"/>
                  </a:lnTo>
                  <a:lnTo>
                    <a:pt x="868807" y="339216"/>
                  </a:lnTo>
                  <a:lnTo>
                    <a:pt x="906018" y="314832"/>
                  </a:lnTo>
                  <a:lnTo>
                    <a:pt x="943864" y="291210"/>
                  </a:lnTo>
                  <a:lnTo>
                    <a:pt x="982345" y="268477"/>
                  </a:lnTo>
                  <a:lnTo>
                    <a:pt x="1021334" y="246506"/>
                  </a:lnTo>
                  <a:lnTo>
                    <a:pt x="1060958" y="225425"/>
                  </a:lnTo>
                  <a:lnTo>
                    <a:pt x="1101090" y="205231"/>
                  </a:lnTo>
                  <a:lnTo>
                    <a:pt x="1141857" y="185927"/>
                  </a:lnTo>
                  <a:lnTo>
                    <a:pt x="1183005" y="167512"/>
                  </a:lnTo>
                  <a:lnTo>
                    <a:pt x="1224788" y="149986"/>
                  </a:lnTo>
                  <a:lnTo>
                    <a:pt x="1267079" y="133350"/>
                  </a:lnTo>
                  <a:lnTo>
                    <a:pt x="1309878" y="117601"/>
                  </a:lnTo>
                  <a:lnTo>
                    <a:pt x="1353185" y="102742"/>
                  </a:lnTo>
                  <a:lnTo>
                    <a:pt x="1397000" y="88900"/>
                  </a:lnTo>
                  <a:lnTo>
                    <a:pt x="1441196" y="76072"/>
                  </a:lnTo>
                  <a:lnTo>
                    <a:pt x="1485900" y="64134"/>
                  </a:lnTo>
                  <a:lnTo>
                    <a:pt x="1531112" y="53212"/>
                  </a:lnTo>
                  <a:lnTo>
                    <a:pt x="1576705" y="43306"/>
                  </a:lnTo>
                  <a:lnTo>
                    <a:pt x="1622679" y="34289"/>
                  </a:lnTo>
                  <a:lnTo>
                    <a:pt x="1669161" y="26415"/>
                  </a:lnTo>
                  <a:lnTo>
                    <a:pt x="1715897" y="19430"/>
                  </a:lnTo>
                  <a:lnTo>
                    <a:pt x="1763141" y="13588"/>
                  </a:lnTo>
                  <a:lnTo>
                    <a:pt x="1810766" y="8762"/>
                  </a:lnTo>
                  <a:lnTo>
                    <a:pt x="1858772" y="4952"/>
                  </a:lnTo>
                  <a:lnTo>
                    <a:pt x="1907032" y="2285"/>
                  </a:lnTo>
                  <a:lnTo>
                    <a:pt x="1955800" y="634"/>
                  </a:lnTo>
                  <a:lnTo>
                    <a:pt x="2004695" y="0"/>
                  </a:lnTo>
                  <a:lnTo>
                    <a:pt x="2053717" y="634"/>
                  </a:lnTo>
                  <a:lnTo>
                    <a:pt x="2102485" y="2285"/>
                  </a:lnTo>
                  <a:lnTo>
                    <a:pt x="2150745" y="4952"/>
                  </a:lnTo>
                  <a:lnTo>
                    <a:pt x="2198751" y="8762"/>
                  </a:lnTo>
                  <a:lnTo>
                    <a:pt x="2246376" y="13588"/>
                  </a:lnTo>
                  <a:lnTo>
                    <a:pt x="2293620" y="19430"/>
                  </a:lnTo>
                  <a:lnTo>
                    <a:pt x="2340356" y="26415"/>
                  </a:lnTo>
                  <a:lnTo>
                    <a:pt x="2386838" y="34289"/>
                  </a:lnTo>
                  <a:lnTo>
                    <a:pt x="2432812" y="43306"/>
                  </a:lnTo>
                  <a:lnTo>
                    <a:pt x="2478405" y="53212"/>
                  </a:lnTo>
                  <a:lnTo>
                    <a:pt x="2523617" y="64134"/>
                  </a:lnTo>
                  <a:lnTo>
                    <a:pt x="2568321" y="76072"/>
                  </a:lnTo>
                  <a:lnTo>
                    <a:pt x="2612517" y="88900"/>
                  </a:lnTo>
                  <a:lnTo>
                    <a:pt x="2656332" y="102742"/>
                  </a:lnTo>
                  <a:lnTo>
                    <a:pt x="2699639" y="117601"/>
                  </a:lnTo>
                  <a:lnTo>
                    <a:pt x="2742438" y="133350"/>
                  </a:lnTo>
                  <a:lnTo>
                    <a:pt x="2784729" y="149986"/>
                  </a:lnTo>
                  <a:lnTo>
                    <a:pt x="2826385" y="167512"/>
                  </a:lnTo>
                  <a:lnTo>
                    <a:pt x="2867660" y="185927"/>
                  </a:lnTo>
                  <a:lnTo>
                    <a:pt x="2908427" y="205231"/>
                  </a:lnTo>
                  <a:lnTo>
                    <a:pt x="2948559" y="225425"/>
                  </a:lnTo>
                  <a:lnTo>
                    <a:pt x="2988183" y="246506"/>
                  </a:lnTo>
                  <a:lnTo>
                    <a:pt x="3027172" y="268477"/>
                  </a:lnTo>
                  <a:lnTo>
                    <a:pt x="3065653" y="291210"/>
                  </a:lnTo>
                  <a:lnTo>
                    <a:pt x="3103499" y="314832"/>
                  </a:lnTo>
                  <a:lnTo>
                    <a:pt x="3140710" y="339216"/>
                  </a:lnTo>
                  <a:lnTo>
                    <a:pt x="3177413" y="364489"/>
                  </a:lnTo>
                  <a:lnTo>
                    <a:pt x="3213354" y="390525"/>
                  </a:lnTo>
                  <a:lnTo>
                    <a:pt x="3248787" y="417321"/>
                  </a:lnTo>
                  <a:lnTo>
                    <a:pt x="3283458" y="444880"/>
                  </a:lnTo>
                  <a:lnTo>
                    <a:pt x="3317493" y="473201"/>
                  </a:lnTo>
                  <a:lnTo>
                    <a:pt x="3350895" y="502284"/>
                  </a:lnTo>
                  <a:lnTo>
                    <a:pt x="3383534" y="532129"/>
                  </a:lnTo>
                  <a:lnTo>
                    <a:pt x="3415538" y="562736"/>
                  </a:lnTo>
                  <a:lnTo>
                    <a:pt x="3446780" y="593978"/>
                  </a:lnTo>
                  <a:lnTo>
                    <a:pt x="3477387" y="625982"/>
                  </a:lnTo>
                  <a:lnTo>
                    <a:pt x="3507232" y="658748"/>
                  </a:lnTo>
                  <a:lnTo>
                    <a:pt x="3536315" y="692022"/>
                  </a:lnTo>
                  <a:lnTo>
                    <a:pt x="3564636" y="726058"/>
                  </a:lnTo>
                  <a:lnTo>
                    <a:pt x="3592322" y="760856"/>
                  </a:lnTo>
                  <a:lnTo>
                    <a:pt x="3619118" y="796163"/>
                  </a:lnTo>
                  <a:lnTo>
                    <a:pt x="3645154" y="832230"/>
                  </a:lnTo>
                  <a:lnTo>
                    <a:pt x="3670300" y="868806"/>
                  </a:lnTo>
                  <a:lnTo>
                    <a:pt x="3694684" y="906017"/>
                  </a:lnTo>
                  <a:lnTo>
                    <a:pt x="3718306" y="943863"/>
                  </a:lnTo>
                  <a:lnTo>
                    <a:pt x="3741166" y="982344"/>
                  </a:lnTo>
                  <a:lnTo>
                    <a:pt x="3763010" y="1021333"/>
                  </a:lnTo>
                  <a:lnTo>
                    <a:pt x="3784091" y="1060957"/>
                  </a:lnTo>
                  <a:lnTo>
                    <a:pt x="3804285" y="1101089"/>
                  </a:lnTo>
                  <a:lnTo>
                    <a:pt x="3823589" y="1141856"/>
                  </a:lnTo>
                  <a:lnTo>
                    <a:pt x="3842131" y="1183131"/>
                  </a:lnTo>
                  <a:lnTo>
                    <a:pt x="3859657" y="1224914"/>
                  </a:lnTo>
                  <a:lnTo>
                    <a:pt x="3876293" y="1267205"/>
                  </a:lnTo>
                  <a:lnTo>
                    <a:pt x="3891915" y="1310004"/>
                  </a:lnTo>
                  <a:lnTo>
                    <a:pt x="3906774" y="1353311"/>
                  </a:lnTo>
                  <a:lnTo>
                    <a:pt x="3920616" y="1397000"/>
                  </a:lnTo>
                  <a:lnTo>
                    <a:pt x="3933443" y="1441322"/>
                  </a:lnTo>
                  <a:lnTo>
                    <a:pt x="3945382" y="1486027"/>
                  </a:lnTo>
                  <a:lnTo>
                    <a:pt x="3956304" y="1531111"/>
                  </a:lnTo>
                  <a:lnTo>
                    <a:pt x="3966337" y="1576704"/>
                  </a:lnTo>
                  <a:lnTo>
                    <a:pt x="3975227" y="1622678"/>
                  </a:lnTo>
                  <a:lnTo>
                    <a:pt x="3983228" y="1669160"/>
                  </a:lnTo>
                  <a:lnTo>
                    <a:pt x="3990086" y="1716023"/>
                  </a:lnTo>
                  <a:lnTo>
                    <a:pt x="3995928" y="1763140"/>
                  </a:lnTo>
                  <a:lnTo>
                    <a:pt x="4000881" y="1810765"/>
                  </a:lnTo>
                  <a:lnTo>
                    <a:pt x="4004564" y="1858771"/>
                  </a:lnTo>
                  <a:lnTo>
                    <a:pt x="4007358" y="1907158"/>
                  </a:lnTo>
                  <a:lnTo>
                    <a:pt x="4009009" y="1955800"/>
                  </a:lnTo>
                  <a:lnTo>
                    <a:pt x="4009516" y="2004821"/>
                  </a:lnTo>
                  <a:close/>
                </a:path>
              </a:pathLst>
            </a:custGeom>
            <a:ln w="13365">
              <a:solidFill>
                <a:srgbClr val="D3AE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72969" y="1107058"/>
              <a:ext cx="5346065" cy="5346065"/>
            </a:xfrm>
            <a:custGeom>
              <a:avLst/>
              <a:gdLst/>
              <a:ahLst/>
              <a:cxnLst/>
              <a:rect l="l" t="t" r="r" b="b"/>
              <a:pathLst>
                <a:path w="5346065" h="5346065">
                  <a:moveTo>
                    <a:pt x="5346064" y="2672968"/>
                  </a:moveTo>
                  <a:lnTo>
                    <a:pt x="5345557" y="2721991"/>
                  </a:lnTo>
                  <a:lnTo>
                    <a:pt x="5344413" y="2770758"/>
                  </a:lnTo>
                  <a:lnTo>
                    <a:pt x="5342382" y="2819400"/>
                  </a:lnTo>
                  <a:lnTo>
                    <a:pt x="5339460" y="2867660"/>
                  </a:lnTo>
                  <a:lnTo>
                    <a:pt x="5335778" y="2915666"/>
                  </a:lnTo>
                  <a:lnTo>
                    <a:pt x="5331333" y="2963417"/>
                  </a:lnTo>
                  <a:lnTo>
                    <a:pt x="5326126" y="3010916"/>
                  </a:lnTo>
                  <a:lnTo>
                    <a:pt x="5320157" y="3058032"/>
                  </a:lnTo>
                  <a:lnTo>
                    <a:pt x="5313299" y="3104895"/>
                  </a:lnTo>
                  <a:lnTo>
                    <a:pt x="5305806" y="3151504"/>
                  </a:lnTo>
                  <a:lnTo>
                    <a:pt x="5297424" y="3197732"/>
                  </a:lnTo>
                  <a:lnTo>
                    <a:pt x="5288407" y="3243707"/>
                  </a:lnTo>
                  <a:lnTo>
                    <a:pt x="5278628" y="3289300"/>
                  </a:lnTo>
                  <a:lnTo>
                    <a:pt x="5267959" y="3334639"/>
                  </a:lnTo>
                  <a:lnTo>
                    <a:pt x="5256657" y="3379597"/>
                  </a:lnTo>
                  <a:lnTo>
                    <a:pt x="5244591" y="3424301"/>
                  </a:lnTo>
                  <a:lnTo>
                    <a:pt x="5231891" y="3468624"/>
                  </a:lnTo>
                  <a:lnTo>
                    <a:pt x="5218430" y="3512566"/>
                  </a:lnTo>
                  <a:lnTo>
                    <a:pt x="5204206" y="3556127"/>
                  </a:lnTo>
                  <a:lnTo>
                    <a:pt x="5189347" y="3599433"/>
                  </a:lnTo>
                  <a:lnTo>
                    <a:pt x="5173726" y="3642232"/>
                  </a:lnTo>
                  <a:lnTo>
                    <a:pt x="5157470" y="3684778"/>
                  </a:lnTo>
                  <a:lnTo>
                    <a:pt x="5140452" y="3726815"/>
                  </a:lnTo>
                  <a:lnTo>
                    <a:pt x="5122799" y="3768471"/>
                  </a:lnTo>
                  <a:lnTo>
                    <a:pt x="5104510" y="3809873"/>
                  </a:lnTo>
                  <a:lnTo>
                    <a:pt x="5085460" y="3850766"/>
                  </a:lnTo>
                  <a:lnTo>
                    <a:pt x="5065776" y="3891279"/>
                  </a:lnTo>
                  <a:lnTo>
                    <a:pt x="5045456" y="3931411"/>
                  </a:lnTo>
                  <a:lnTo>
                    <a:pt x="5024501" y="3971035"/>
                  </a:lnTo>
                  <a:lnTo>
                    <a:pt x="5002910" y="4010279"/>
                  </a:lnTo>
                  <a:lnTo>
                    <a:pt x="4980685" y="4049141"/>
                  </a:lnTo>
                  <a:lnTo>
                    <a:pt x="4957826" y="4087495"/>
                  </a:lnTo>
                  <a:lnTo>
                    <a:pt x="4934331" y="4125341"/>
                  </a:lnTo>
                  <a:lnTo>
                    <a:pt x="4910201" y="4162805"/>
                  </a:lnTo>
                  <a:lnTo>
                    <a:pt x="4885435" y="4199890"/>
                  </a:lnTo>
                  <a:lnTo>
                    <a:pt x="4860162" y="4236466"/>
                  </a:lnTo>
                  <a:lnTo>
                    <a:pt x="4834255" y="4272533"/>
                  </a:lnTo>
                  <a:lnTo>
                    <a:pt x="4807711" y="4308094"/>
                  </a:lnTo>
                  <a:lnTo>
                    <a:pt x="4780660" y="4343273"/>
                  </a:lnTo>
                  <a:lnTo>
                    <a:pt x="4752975" y="4377817"/>
                  </a:lnTo>
                  <a:lnTo>
                    <a:pt x="4724654" y="4411980"/>
                  </a:lnTo>
                  <a:lnTo>
                    <a:pt x="4695825" y="4445634"/>
                  </a:lnTo>
                  <a:lnTo>
                    <a:pt x="4666487" y="4478782"/>
                  </a:lnTo>
                  <a:lnTo>
                    <a:pt x="4636515" y="4511294"/>
                  </a:lnTo>
                  <a:lnTo>
                    <a:pt x="4606035" y="4543425"/>
                  </a:lnTo>
                  <a:lnTo>
                    <a:pt x="4575048" y="4574921"/>
                  </a:lnTo>
                  <a:lnTo>
                    <a:pt x="4543552" y="4606035"/>
                  </a:lnTo>
                  <a:lnTo>
                    <a:pt x="4511421" y="4636516"/>
                  </a:lnTo>
                  <a:lnTo>
                    <a:pt x="4478782" y="4666360"/>
                  </a:lnTo>
                  <a:lnTo>
                    <a:pt x="4445761" y="4695825"/>
                  </a:lnTo>
                  <a:lnTo>
                    <a:pt x="4412107" y="4724654"/>
                  </a:lnTo>
                  <a:lnTo>
                    <a:pt x="4377944" y="4752848"/>
                  </a:lnTo>
                  <a:lnTo>
                    <a:pt x="4343273" y="4780533"/>
                  </a:lnTo>
                  <a:lnTo>
                    <a:pt x="4308221" y="4807584"/>
                  </a:lnTo>
                  <a:lnTo>
                    <a:pt x="4272533" y="4834128"/>
                  </a:lnTo>
                  <a:lnTo>
                    <a:pt x="4236465" y="4860036"/>
                  </a:lnTo>
                  <a:lnTo>
                    <a:pt x="4200016" y="4885436"/>
                  </a:lnTo>
                  <a:lnTo>
                    <a:pt x="4162932" y="4910074"/>
                  </a:lnTo>
                  <a:lnTo>
                    <a:pt x="4125467" y="4934204"/>
                  </a:lnTo>
                  <a:lnTo>
                    <a:pt x="4087495" y="4957699"/>
                  </a:lnTo>
                  <a:lnTo>
                    <a:pt x="4049140" y="4980558"/>
                  </a:lnTo>
                  <a:lnTo>
                    <a:pt x="4010405" y="5002783"/>
                  </a:lnTo>
                  <a:lnTo>
                    <a:pt x="3971162" y="5024374"/>
                  </a:lnTo>
                  <a:lnTo>
                    <a:pt x="3931411" y="5045456"/>
                  </a:lnTo>
                  <a:lnTo>
                    <a:pt x="3891406" y="5065649"/>
                  </a:lnTo>
                  <a:lnTo>
                    <a:pt x="3850894" y="5085333"/>
                  </a:lnTo>
                  <a:lnTo>
                    <a:pt x="3809873" y="5104383"/>
                  </a:lnTo>
                  <a:lnTo>
                    <a:pt x="3768598" y="5122672"/>
                  </a:lnTo>
                  <a:lnTo>
                    <a:pt x="3726942" y="5140325"/>
                  </a:lnTo>
                  <a:lnTo>
                    <a:pt x="3684778" y="5157343"/>
                  </a:lnTo>
                  <a:lnTo>
                    <a:pt x="3642359" y="5173599"/>
                  </a:lnTo>
                  <a:lnTo>
                    <a:pt x="3599433" y="5189220"/>
                  </a:lnTo>
                  <a:lnTo>
                    <a:pt x="3556254" y="5204129"/>
                  </a:lnTo>
                  <a:lnTo>
                    <a:pt x="3512693" y="5218315"/>
                  </a:lnTo>
                  <a:lnTo>
                    <a:pt x="3468751" y="5231803"/>
                  </a:lnTo>
                  <a:lnTo>
                    <a:pt x="3424428" y="5244566"/>
                  </a:lnTo>
                  <a:lnTo>
                    <a:pt x="3379724" y="5256606"/>
                  </a:lnTo>
                  <a:lnTo>
                    <a:pt x="3334766" y="5267909"/>
                  </a:lnTo>
                  <a:lnTo>
                    <a:pt x="3289427" y="5278475"/>
                  </a:lnTo>
                  <a:lnTo>
                    <a:pt x="3243834" y="5288305"/>
                  </a:lnTo>
                  <a:lnTo>
                    <a:pt x="3197860" y="5297385"/>
                  </a:lnTo>
                  <a:lnTo>
                    <a:pt x="3151632" y="5305704"/>
                  </a:lnTo>
                  <a:lnTo>
                    <a:pt x="3105022" y="5313260"/>
                  </a:lnTo>
                  <a:lnTo>
                    <a:pt x="3058160" y="5320055"/>
                  </a:lnTo>
                  <a:lnTo>
                    <a:pt x="3010916" y="5326075"/>
                  </a:lnTo>
                  <a:lnTo>
                    <a:pt x="2963545" y="5331307"/>
                  </a:lnTo>
                  <a:lnTo>
                    <a:pt x="2915793" y="5335752"/>
                  </a:lnTo>
                  <a:lnTo>
                    <a:pt x="2867660" y="5339397"/>
                  </a:lnTo>
                  <a:lnTo>
                    <a:pt x="2819400" y="5342255"/>
                  </a:lnTo>
                  <a:lnTo>
                    <a:pt x="2770885" y="5344299"/>
                  </a:lnTo>
                  <a:lnTo>
                    <a:pt x="2722118" y="5345531"/>
                  </a:lnTo>
                  <a:lnTo>
                    <a:pt x="2672969" y="5345938"/>
                  </a:lnTo>
                  <a:lnTo>
                    <a:pt x="2623947" y="5345531"/>
                  </a:lnTo>
                  <a:lnTo>
                    <a:pt x="2575179" y="5344299"/>
                  </a:lnTo>
                  <a:lnTo>
                    <a:pt x="2526665" y="5342255"/>
                  </a:lnTo>
                  <a:lnTo>
                    <a:pt x="2478278" y="5339397"/>
                  </a:lnTo>
                  <a:lnTo>
                    <a:pt x="2430272" y="5335752"/>
                  </a:lnTo>
                  <a:lnTo>
                    <a:pt x="2382520" y="5331307"/>
                  </a:lnTo>
                  <a:lnTo>
                    <a:pt x="2335148" y="5326075"/>
                  </a:lnTo>
                  <a:lnTo>
                    <a:pt x="2287905" y="5320055"/>
                  </a:lnTo>
                  <a:lnTo>
                    <a:pt x="2241042" y="5313260"/>
                  </a:lnTo>
                  <a:lnTo>
                    <a:pt x="2194433" y="5305704"/>
                  </a:lnTo>
                  <a:lnTo>
                    <a:pt x="2148205" y="5297385"/>
                  </a:lnTo>
                  <a:lnTo>
                    <a:pt x="2102231" y="5288305"/>
                  </a:lnTo>
                  <a:lnTo>
                    <a:pt x="2056638" y="5278475"/>
                  </a:lnTo>
                  <a:lnTo>
                    <a:pt x="2011298" y="5267909"/>
                  </a:lnTo>
                  <a:lnTo>
                    <a:pt x="1966341" y="5256606"/>
                  </a:lnTo>
                  <a:lnTo>
                    <a:pt x="1921636" y="5244566"/>
                  </a:lnTo>
                  <a:lnTo>
                    <a:pt x="1877314" y="5231803"/>
                  </a:lnTo>
                  <a:lnTo>
                    <a:pt x="1833371" y="5218315"/>
                  </a:lnTo>
                  <a:lnTo>
                    <a:pt x="1789810" y="5204129"/>
                  </a:lnTo>
                  <a:lnTo>
                    <a:pt x="1746631" y="5189220"/>
                  </a:lnTo>
                  <a:lnTo>
                    <a:pt x="1703705" y="5173599"/>
                  </a:lnTo>
                  <a:lnTo>
                    <a:pt x="1661286" y="5157343"/>
                  </a:lnTo>
                  <a:lnTo>
                    <a:pt x="1619122" y="5140325"/>
                  </a:lnTo>
                  <a:lnTo>
                    <a:pt x="1577467" y="5122672"/>
                  </a:lnTo>
                  <a:lnTo>
                    <a:pt x="1536065" y="5104383"/>
                  </a:lnTo>
                  <a:lnTo>
                    <a:pt x="1495170" y="5085333"/>
                  </a:lnTo>
                  <a:lnTo>
                    <a:pt x="1454658" y="5065649"/>
                  </a:lnTo>
                  <a:lnTo>
                    <a:pt x="1414653" y="5045456"/>
                  </a:lnTo>
                  <a:lnTo>
                    <a:pt x="1374902" y="5024374"/>
                  </a:lnTo>
                  <a:lnTo>
                    <a:pt x="1335658" y="5002783"/>
                  </a:lnTo>
                  <a:lnTo>
                    <a:pt x="1296923" y="4980558"/>
                  </a:lnTo>
                  <a:lnTo>
                    <a:pt x="1258570" y="4957699"/>
                  </a:lnTo>
                  <a:lnTo>
                    <a:pt x="1220596" y="4934204"/>
                  </a:lnTo>
                  <a:lnTo>
                    <a:pt x="1183132" y="4910074"/>
                  </a:lnTo>
                  <a:lnTo>
                    <a:pt x="1146047" y="4885436"/>
                  </a:lnTo>
                  <a:lnTo>
                    <a:pt x="1109598" y="4860036"/>
                  </a:lnTo>
                  <a:lnTo>
                    <a:pt x="1073404" y="4834128"/>
                  </a:lnTo>
                  <a:lnTo>
                    <a:pt x="1037844" y="4807584"/>
                  </a:lnTo>
                  <a:lnTo>
                    <a:pt x="1002792" y="4780533"/>
                  </a:lnTo>
                  <a:lnTo>
                    <a:pt x="968120" y="4752848"/>
                  </a:lnTo>
                  <a:lnTo>
                    <a:pt x="933957" y="4724654"/>
                  </a:lnTo>
                  <a:lnTo>
                    <a:pt x="900303" y="4695825"/>
                  </a:lnTo>
                  <a:lnTo>
                    <a:pt x="867282" y="4666360"/>
                  </a:lnTo>
                  <a:lnTo>
                    <a:pt x="834644" y="4636516"/>
                  </a:lnTo>
                  <a:lnTo>
                    <a:pt x="802513" y="4606035"/>
                  </a:lnTo>
                  <a:lnTo>
                    <a:pt x="771017" y="4574921"/>
                  </a:lnTo>
                  <a:lnTo>
                    <a:pt x="740029" y="4543425"/>
                  </a:lnTo>
                  <a:lnTo>
                    <a:pt x="709548" y="4511294"/>
                  </a:lnTo>
                  <a:lnTo>
                    <a:pt x="679577" y="4478782"/>
                  </a:lnTo>
                  <a:lnTo>
                    <a:pt x="650240" y="4445634"/>
                  </a:lnTo>
                  <a:lnTo>
                    <a:pt x="621410" y="4411980"/>
                  </a:lnTo>
                  <a:lnTo>
                    <a:pt x="593090" y="4377817"/>
                  </a:lnTo>
                  <a:lnTo>
                    <a:pt x="565404" y="4343273"/>
                  </a:lnTo>
                  <a:lnTo>
                    <a:pt x="538353" y="4308094"/>
                  </a:lnTo>
                  <a:lnTo>
                    <a:pt x="511810" y="4272533"/>
                  </a:lnTo>
                  <a:lnTo>
                    <a:pt x="485901" y="4236466"/>
                  </a:lnTo>
                  <a:lnTo>
                    <a:pt x="460629" y="4199890"/>
                  </a:lnTo>
                  <a:lnTo>
                    <a:pt x="435863" y="4162805"/>
                  </a:lnTo>
                  <a:lnTo>
                    <a:pt x="411733" y="4125341"/>
                  </a:lnTo>
                  <a:lnTo>
                    <a:pt x="388238" y="4087495"/>
                  </a:lnTo>
                  <a:lnTo>
                    <a:pt x="365379" y="4049141"/>
                  </a:lnTo>
                  <a:lnTo>
                    <a:pt x="343154" y="4010279"/>
                  </a:lnTo>
                  <a:lnTo>
                    <a:pt x="321563" y="3971035"/>
                  </a:lnTo>
                  <a:lnTo>
                    <a:pt x="300608" y="3931411"/>
                  </a:lnTo>
                  <a:lnTo>
                    <a:pt x="280288" y="3891279"/>
                  </a:lnTo>
                  <a:lnTo>
                    <a:pt x="260604" y="3850766"/>
                  </a:lnTo>
                  <a:lnTo>
                    <a:pt x="241554" y="3809873"/>
                  </a:lnTo>
                  <a:lnTo>
                    <a:pt x="223266" y="3768471"/>
                  </a:lnTo>
                  <a:lnTo>
                    <a:pt x="205612" y="3726815"/>
                  </a:lnTo>
                  <a:lnTo>
                    <a:pt x="188594" y="3684778"/>
                  </a:lnTo>
                  <a:lnTo>
                    <a:pt x="172338" y="3642232"/>
                  </a:lnTo>
                  <a:lnTo>
                    <a:pt x="156718" y="3599433"/>
                  </a:lnTo>
                  <a:lnTo>
                    <a:pt x="141858" y="3556127"/>
                  </a:lnTo>
                  <a:lnTo>
                    <a:pt x="127635" y="3512566"/>
                  </a:lnTo>
                  <a:lnTo>
                    <a:pt x="114173" y="3468624"/>
                  </a:lnTo>
                  <a:lnTo>
                    <a:pt x="101473" y="3424301"/>
                  </a:lnTo>
                  <a:lnTo>
                    <a:pt x="89407" y="3379597"/>
                  </a:lnTo>
                  <a:lnTo>
                    <a:pt x="78105" y="3334639"/>
                  </a:lnTo>
                  <a:lnTo>
                    <a:pt x="67437" y="3289300"/>
                  </a:lnTo>
                  <a:lnTo>
                    <a:pt x="57657" y="3243707"/>
                  </a:lnTo>
                  <a:lnTo>
                    <a:pt x="48641" y="3197732"/>
                  </a:lnTo>
                  <a:lnTo>
                    <a:pt x="40258" y="3151504"/>
                  </a:lnTo>
                  <a:lnTo>
                    <a:pt x="32766" y="3104895"/>
                  </a:lnTo>
                  <a:lnTo>
                    <a:pt x="25907" y="3058032"/>
                  </a:lnTo>
                  <a:lnTo>
                    <a:pt x="19938" y="3010916"/>
                  </a:lnTo>
                  <a:lnTo>
                    <a:pt x="14605" y="2963417"/>
                  </a:lnTo>
                  <a:lnTo>
                    <a:pt x="10160" y="2915666"/>
                  </a:lnTo>
                  <a:lnTo>
                    <a:pt x="6604" y="2867660"/>
                  </a:lnTo>
                  <a:lnTo>
                    <a:pt x="3682" y="2819400"/>
                  </a:lnTo>
                  <a:lnTo>
                    <a:pt x="1650" y="2770758"/>
                  </a:lnTo>
                  <a:lnTo>
                    <a:pt x="381" y="2721991"/>
                  </a:lnTo>
                  <a:lnTo>
                    <a:pt x="0" y="2672968"/>
                  </a:lnTo>
                  <a:lnTo>
                    <a:pt x="381" y="2623947"/>
                  </a:lnTo>
                  <a:lnTo>
                    <a:pt x="1650" y="2575052"/>
                  </a:lnTo>
                  <a:lnTo>
                    <a:pt x="3682" y="2526538"/>
                  </a:lnTo>
                  <a:lnTo>
                    <a:pt x="6604" y="2478278"/>
                  </a:lnTo>
                  <a:lnTo>
                    <a:pt x="10160" y="2430272"/>
                  </a:lnTo>
                  <a:lnTo>
                    <a:pt x="14605" y="2382519"/>
                  </a:lnTo>
                  <a:lnTo>
                    <a:pt x="19938" y="2335022"/>
                  </a:lnTo>
                  <a:lnTo>
                    <a:pt x="25907" y="2287904"/>
                  </a:lnTo>
                  <a:lnTo>
                    <a:pt x="32766" y="2240915"/>
                  </a:lnTo>
                  <a:lnTo>
                    <a:pt x="40258" y="2194432"/>
                  </a:lnTo>
                  <a:lnTo>
                    <a:pt x="48641" y="2148078"/>
                  </a:lnTo>
                  <a:lnTo>
                    <a:pt x="57657" y="2102104"/>
                  </a:lnTo>
                  <a:lnTo>
                    <a:pt x="67437" y="2056511"/>
                  </a:lnTo>
                  <a:lnTo>
                    <a:pt x="78105" y="2011172"/>
                  </a:lnTo>
                  <a:lnTo>
                    <a:pt x="89407" y="1966214"/>
                  </a:lnTo>
                  <a:lnTo>
                    <a:pt x="101473" y="1921637"/>
                  </a:lnTo>
                  <a:lnTo>
                    <a:pt x="114173" y="1877314"/>
                  </a:lnTo>
                  <a:lnTo>
                    <a:pt x="127635" y="1833372"/>
                  </a:lnTo>
                  <a:lnTo>
                    <a:pt x="141858" y="1789683"/>
                  </a:lnTo>
                  <a:lnTo>
                    <a:pt x="156718" y="1746503"/>
                  </a:lnTo>
                  <a:lnTo>
                    <a:pt x="172338" y="1703704"/>
                  </a:lnTo>
                  <a:lnTo>
                    <a:pt x="188594" y="1661160"/>
                  </a:lnTo>
                  <a:lnTo>
                    <a:pt x="205612" y="1619123"/>
                  </a:lnTo>
                  <a:lnTo>
                    <a:pt x="223266" y="1577339"/>
                  </a:lnTo>
                  <a:lnTo>
                    <a:pt x="241554" y="1536064"/>
                  </a:lnTo>
                  <a:lnTo>
                    <a:pt x="260604" y="1495170"/>
                  </a:lnTo>
                  <a:lnTo>
                    <a:pt x="280288" y="1454657"/>
                  </a:lnTo>
                  <a:lnTo>
                    <a:pt x="300608" y="1414526"/>
                  </a:lnTo>
                  <a:lnTo>
                    <a:pt x="321563" y="1374902"/>
                  </a:lnTo>
                  <a:lnTo>
                    <a:pt x="343154" y="1335658"/>
                  </a:lnTo>
                  <a:lnTo>
                    <a:pt x="365379" y="1296797"/>
                  </a:lnTo>
                  <a:lnTo>
                    <a:pt x="388238" y="1258442"/>
                  </a:lnTo>
                  <a:lnTo>
                    <a:pt x="411733" y="1220469"/>
                  </a:lnTo>
                  <a:lnTo>
                    <a:pt x="435863" y="1183004"/>
                  </a:lnTo>
                  <a:lnTo>
                    <a:pt x="460629" y="1146048"/>
                  </a:lnTo>
                  <a:lnTo>
                    <a:pt x="485901" y="1109472"/>
                  </a:lnTo>
                  <a:lnTo>
                    <a:pt x="511810" y="1073403"/>
                  </a:lnTo>
                  <a:lnTo>
                    <a:pt x="538353" y="1037716"/>
                  </a:lnTo>
                  <a:lnTo>
                    <a:pt x="565404" y="1002664"/>
                  </a:lnTo>
                  <a:lnTo>
                    <a:pt x="593090" y="967993"/>
                  </a:lnTo>
                  <a:lnTo>
                    <a:pt x="621410" y="933957"/>
                  </a:lnTo>
                  <a:lnTo>
                    <a:pt x="650240" y="900302"/>
                  </a:lnTo>
                  <a:lnTo>
                    <a:pt x="679577" y="867155"/>
                  </a:lnTo>
                  <a:lnTo>
                    <a:pt x="709548" y="834516"/>
                  </a:lnTo>
                  <a:lnTo>
                    <a:pt x="740029" y="802513"/>
                  </a:lnTo>
                  <a:lnTo>
                    <a:pt x="771017" y="770889"/>
                  </a:lnTo>
                  <a:lnTo>
                    <a:pt x="802513" y="739901"/>
                  </a:lnTo>
                  <a:lnTo>
                    <a:pt x="834644" y="709422"/>
                  </a:lnTo>
                  <a:lnTo>
                    <a:pt x="867282" y="679450"/>
                  </a:lnTo>
                  <a:lnTo>
                    <a:pt x="900303" y="650113"/>
                  </a:lnTo>
                  <a:lnTo>
                    <a:pt x="933957" y="621283"/>
                  </a:lnTo>
                  <a:lnTo>
                    <a:pt x="968120" y="593089"/>
                  </a:lnTo>
                  <a:lnTo>
                    <a:pt x="1002792" y="565403"/>
                  </a:lnTo>
                  <a:lnTo>
                    <a:pt x="1037844" y="538226"/>
                  </a:lnTo>
                  <a:lnTo>
                    <a:pt x="1073404" y="511682"/>
                  </a:lnTo>
                  <a:lnTo>
                    <a:pt x="1109598" y="485775"/>
                  </a:lnTo>
                  <a:lnTo>
                    <a:pt x="1146047" y="460501"/>
                  </a:lnTo>
                  <a:lnTo>
                    <a:pt x="1183132" y="435737"/>
                  </a:lnTo>
                  <a:lnTo>
                    <a:pt x="1220596" y="411606"/>
                  </a:lnTo>
                  <a:lnTo>
                    <a:pt x="1258570" y="388112"/>
                  </a:lnTo>
                  <a:lnTo>
                    <a:pt x="1296923" y="365251"/>
                  </a:lnTo>
                  <a:lnTo>
                    <a:pt x="1335658" y="343026"/>
                  </a:lnTo>
                  <a:lnTo>
                    <a:pt x="1374902" y="321437"/>
                  </a:lnTo>
                  <a:lnTo>
                    <a:pt x="1414653" y="300481"/>
                  </a:lnTo>
                  <a:lnTo>
                    <a:pt x="1454658" y="280162"/>
                  </a:lnTo>
                  <a:lnTo>
                    <a:pt x="1495170" y="260476"/>
                  </a:lnTo>
                  <a:lnTo>
                    <a:pt x="1536065" y="241553"/>
                  </a:lnTo>
                  <a:lnTo>
                    <a:pt x="1577467" y="223138"/>
                  </a:lnTo>
                  <a:lnTo>
                    <a:pt x="1619122" y="205486"/>
                  </a:lnTo>
                  <a:lnTo>
                    <a:pt x="1661286" y="188594"/>
                  </a:lnTo>
                  <a:lnTo>
                    <a:pt x="1703705" y="172212"/>
                  </a:lnTo>
                  <a:lnTo>
                    <a:pt x="1746631" y="156717"/>
                  </a:lnTo>
                  <a:lnTo>
                    <a:pt x="1789810" y="141731"/>
                  </a:lnTo>
                  <a:lnTo>
                    <a:pt x="1833371" y="127507"/>
                  </a:lnTo>
                  <a:lnTo>
                    <a:pt x="1877314" y="114045"/>
                  </a:lnTo>
                  <a:lnTo>
                    <a:pt x="1921636" y="101345"/>
                  </a:lnTo>
                  <a:lnTo>
                    <a:pt x="1966341" y="89280"/>
                  </a:lnTo>
                  <a:lnTo>
                    <a:pt x="2011298" y="77977"/>
                  </a:lnTo>
                  <a:lnTo>
                    <a:pt x="2056638" y="67437"/>
                  </a:lnTo>
                  <a:lnTo>
                    <a:pt x="2102231" y="57530"/>
                  </a:lnTo>
                  <a:lnTo>
                    <a:pt x="2148205" y="48513"/>
                  </a:lnTo>
                  <a:lnTo>
                    <a:pt x="2194433" y="40131"/>
                  </a:lnTo>
                  <a:lnTo>
                    <a:pt x="2241042" y="32638"/>
                  </a:lnTo>
                  <a:lnTo>
                    <a:pt x="2287905" y="25780"/>
                  </a:lnTo>
                  <a:lnTo>
                    <a:pt x="2335148" y="19812"/>
                  </a:lnTo>
                  <a:lnTo>
                    <a:pt x="2382520" y="14604"/>
                  </a:lnTo>
                  <a:lnTo>
                    <a:pt x="2430272" y="10160"/>
                  </a:lnTo>
                  <a:lnTo>
                    <a:pt x="2478278" y="6476"/>
                  </a:lnTo>
                  <a:lnTo>
                    <a:pt x="2526665" y="3682"/>
                  </a:lnTo>
                  <a:lnTo>
                    <a:pt x="2575179" y="1524"/>
                  </a:lnTo>
                  <a:lnTo>
                    <a:pt x="2623947" y="380"/>
                  </a:lnTo>
                  <a:lnTo>
                    <a:pt x="2672969" y="0"/>
                  </a:lnTo>
                  <a:lnTo>
                    <a:pt x="2722118" y="380"/>
                  </a:lnTo>
                  <a:lnTo>
                    <a:pt x="2770885" y="1524"/>
                  </a:lnTo>
                  <a:lnTo>
                    <a:pt x="2819400" y="3682"/>
                  </a:lnTo>
                  <a:lnTo>
                    <a:pt x="2867660" y="6476"/>
                  </a:lnTo>
                  <a:lnTo>
                    <a:pt x="2915793" y="10160"/>
                  </a:lnTo>
                  <a:lnTo>
                    <a:pt x="2963545" y="14604"/>
                  </a:lnTo>
                  <a:lnTo>
                    <a:pt x="3010916" y="19812"/>
                  </a:lnTo>
                  <a:lnTo>
                    <a:pt x="3058160" y="25780"/>
                  </a:lnTo>
                  <a:lnTo>
                    <a:pt x="3105022" y="32638"/>
                  </a:lnTo>
                  <a:lnTo>
                    <a:pt x="3151632" y="40131"/>
                  </a:lnTo>
                  <a:lnTo>
                    <a:pt x="3197860" y="48513"/>
                  </a:lnTo>
                  <a:lnTo>
                    <a:pt x="3243834" y="57530"/>
                  </a:lnTo>
                  <a:lnTo>
                    <a:pt x="3289427" y="67437"/>
                  </a:lnTo>
                  <a:lnTo>
                    <a:pt x="3334766" y="77977"/>
                  </a:lnTo>
                  <a:lnTo>
                    <a:pt x="3379724" y="89280"/>
                  </a:lnTo>
                  <a:lnTo>
                    <a:pt x="3424428" y="101345"/>
                  </a:lnTo>
                  <a:lnTo>
                    <a:pt x="3468751" y="114045"/>
                  </a:lnTo>
                  <a:lnTo>
                    <a:pt x="3512693" y="127507"/>
                  </a:lnTo>
                  <a:lnTo>
                    <a:pt x="3556254" y="141731"/>
                  </a:lnTo>
                  <a:lnTo>
                    <a:pt x="3599433" y="156717"/>
                  </a:lnTo>
                  <a:lnTo>
                    <a:pt x="3642359" y="172212"/>
                  </a:lnTo>
                  <a:lnTo>
                    <a:pt x="3684778" y="188594"/>
                  </a:lnTo>
                  <a:lnTo>
                    <a:pt x="3726942" y="205486"/>
                  </a:lnTo>
                  <a:lnTo>
                    <a:pt x="3768598" y="223138"/>
                  </a:lnTo>
                  <a:lnTo>
                    <a:pt x="3809873" y="241553"/>
                  </a:lnTo>
                  <a:lnTo>
                    <a:pt x="3850894" y="260476"/>
                  </a:lnTo>
                  <a:lnTo>
                    <a:pt x="3891406" y="280162"/>
                  </a:lnTo>
                  <a:lnTo>
                    <a:pt x="3931411" y="300481"/>
                  </a:lnTo>
                  <a:lnTo>
                    <a:pt x="3971162" y="321437"/>
                  </a:lnTo>
                  <a:lnTo>
                    <a:pt x="4010405" y="343026"/>
                  </a:lnTo>
                  <a:lnTo>
                    <a:pt x="4049140" y="365251"/>
                  </a:lnTo>
                  <a:lnTo>
                    <a:pt x="4087495" y="388112"/>
                  </a:lnTo>
                  <a:lnTo>
                    <a:pt x="4125467" y="411606"/>
                  </a:lnTo>
                  <a:lnTo>
                    <a:pt x="4162932" y="435737"/>
                  </a:lnTo>
                  <a:lnTo>
                    <a:pt x="4200016" y="460501"/>
                  </a:lnTo>
                  <a:lnTo>
                    <a:pt x="4236465" y="485775"/>
                  </a:lnTo>
                  <a:lnTo>
                    <a:pt x="4272533" y="511682"/>
                  </a:lnTo>
                  <a:lnTo>
                    <a:pt x="4308221" y="538226"/>
                  </a:lnTo>
                  <a:lnTo>
                    <a:pt x="4343273" y="565403"/>
                  </a:lnTo>
                  <a:lnTo>
                    <a:pt x="4377944" y="593089"/>
                  </a:lnTo>
                  <a:lnTo>
                    <a:pt x="4412107" y="621283"/>
                  </a:lnTo>
                  <a:lnTo>
                    <a:pt x="4445761" y="650113"/>
                  </a:lnTo>
                  <a:lnTo>
                    <a:pt x="4478782" y="679450"/>
                  </a:lnTo>
                  <a:lnTo>
                    <a:pt x="4511421" y="709422"/>
                  </a:lnTo>
                  <a:lnTo>
                    <a:pt x="4543552" y="739901"/>
                  </a:lnTo>
                  <a:lnTo>
                    <a:pt x="4575048" y="770889"/>
                  </a:lnTo>
                  <a:lnTo>
                    <a:pt x="4606035" y="802513"/>
                  </a:lnTo>
                  <a:lnTo>
                    <a:pt x="4636515" y="834516"/>
                  </a:lnTo>
                  <a:lnTo>
                    <a:pt x="4666487" y="867155"/>
                  </a:lnTo>
                  <a:lnTo>
                    <a:pt x="4695825" y="900302"/>
                  </a:lnTo>
                  <a:lnTo>
                    <a:pt x="4724654" y="933957"/>
                  </a:lnTo>
                  <a:lnTo>
                    <a:pt x="4752975" y="967993"/>
                  </a:lnTo>
                  <a:lnTo>
                    <a:pt x="4780660" y="1002664"/>
                  </a:lnTo>
                  <a:lnTo>
                    <a:pt x="4807711" y="1037716"/>
                  </a:lnTo>
                  <a:lnTo>
                    <a:pt x="4834255" y="1073403"/>
                  </a:lnTo>
                  <a:lnTo>
                    <a:pt x="4860162" y="1109472"/>
                  </a:lnTo>
                  <a:lnTo>
                    <a:pt x="4885435" y="1146048"/>
                  </a:lnTo>
                  <a:lnTo>
                    <a:pt x="4910201" y="1183004"/>
                  </a:lnTo>
                  <a:lnTo>
                    <a:pt x="4934331" y="1220469"/>
                  </a:lnTo>
                  <a:lnTo>
                    <a:pt x="4957826" y="1258442"/>
                  </a:lnTo>
                  <a:lnTo>
                    <a:pt x="4980685" y="1296797"/>
                  </a:lnTo>
                  <a:lnTo>
                    <a:pt x="5002910" y="1335658"/>
                  </a:lnTo>
                  <a:lnTo>
                    <a:pt x="5024501" y="1374902"/>
                  </a:lnTo>
                  <a:lnTo>
                    <a:pt x="5045456" y="1414526"/>
                  </a:lnTo>
                  <a:lnTo>
                    <a:pt x="5065776" y="1454657"/>
                  </a:lnTo>
                  <a:lnTo>
                    <a:pt x="5085460" y="1495170"/>
                  </a:lnTo>
                  <a:lnTo>
                    <a:pt x="5104510" y="1536064"/>
                  </a:lnTo>
                  <a:lnTo>
                    <a:pt x="5122799" y="1577339"/>
                  </a:lnTo>
                  <a:lnTo>
                    <a:pt x="5140452" y="1619123"/>
                  </a:lnTo>
                  <a:lnTo>
                    <a:pt x="5157470" y="1661160"/>
                  </a:lnTo>
                  <a:lnTo>
                    <a:pt x="5173726" y="1703704"/>
                  </a:lnTo>
                  <a:lnTo>
                    <a:pt x="5189347" y="1746503"/>
                  </a:lnTo>
                  <a:lnTo>
                    <a:pt x="5204206" y="1789683"/>
                  </a:lnTo>
                  <a:lnTo>
                    <a:pt x="5218430" y="1833372"/>
                  </a:lnTo>
                  <a:lnTo>
                    <a:pt x="5231891" y="1877314"/>
                  </a:lnTo>
                  <a:lnTo>
                    <a:pt x="5244591" y="1921637"/>
                  </a:lnTo>
                  <a:lnTo>
                    <a:pt x="5256657" y="1966214"/>
                  </a:lnTo>
                  <a:lnTo>
                    <a:pt x="5267959" y="2011172"/>
                  </a:lnTo>
                  <a:lnTo>
                    <a:pt x="5278628" y="2056511"/>
                  </a:lnTo>
                  <a:lnTo>
                    <a:pt x="5288407" y="2102104"/>
                  </a:lnTo>
                  <a:lnTo>
                    <a:pt x="5297424" y="2148078"/>
                  </a:lnTo>
                  <a:lnTo>
                    <a:pt x="5305806" y="2194432"/>
                  </a:lnTo>
                  <a:lnTo>
                    <a:pt x="5313299" y="2240915"/>
                  </a:lnTo>
                  <a:lnTo>
                    <a:pt x="5320157" y="2287904"/>
                  </a:lnTo>
                  <a:lnTo>
                    <a:pt x="5326126" y="2335022"/>
                  </a:lnTo>
                  <a:lnTo>
                    <a:pt x="5331333" y="2382519"/>
                  </a:lnTo>
                  <a:lnTo>
                    <a:pt x="5335778" y="2430272"/>
                  </a:lnTo>
                  <a:lnTo>
                    <a:pt x="5339460" y="2478278"/>
                  </a:lnTo>
                  <a:lnTo>
                    <a:pt x="5342382" y="2526538"/>
                  </a:lnTo>
                  <a:lnTo>
                    <a:pt x="5344413" y="2575052"/>
                  </a:lnTo>
                  <a:lnTo>
                    <a:pt x="5345557" y="2623947"/>
                  </a:lnTo>
                  <a:lnTo>
                    <a:pt x="5346064" y="2672968"/>
                  </a:lnTo>
                  <a:close/>
                </a:path>
              </a:pathLst>
            </a:custGeom>
            <a:ln w="1336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69200" y="2598928"/>
              <a:ext cx="476250" cy="38100"/>
            </a:xfrm>
            <a:custGeom>
              <a:avLst/>
              <a:gdLst/>
              <a:ahLst/>
              <a:cxnLst/>
              <a:rect l="l" t="t" r="r" b="b"/>
              <a:pathLst>
                <a:path w="476250" h="38100">
                  <a:moveTo>
                    <a:pt x="47625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476250" y="38100"/>
                  </a:lnTo>
                  <a:lnTo>
                    <a:pt x="476250" y="0"/>
                  </a:lnTo>
                  <a:close/>
                </a:path>
              </a:pathLst>
            </a:custGeom>
            <a:solidFill>
              <a:srgbClr val="D3AE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6100" y="678052"/>
              <a:ext cx="1566799" cy="1961261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056233" y="2651505"/>
            <a:ext cx="4175760" cy="1586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" marR="5080">
              <a:lnSpc>
                <a:spcPct val="100000"/>
              </a:lnSpc>
              <a:spcBef>
                <a:spcPts val="100"/>
              </a:spcBef>
            </a:pPr>
            <a:r>
              <a:rPr sz="4200" u="sng" spc="120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VERSA</a:t>
            </a:r>
            <a:r>
              <a:rPr sz="4200" u="sng" spc="960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sz="4200" u="sng" spc="160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VISION</a:t>
            </a:r>
            <a:r>
              <a:rPr sz="4200" spc="160" dirty="0">
                <a:solidFill>
                  <a:schemeClr val="bg1"/>
                </a:solidFill>
              </a:rPr>
              <a:t> </a:t>
            </a:r>
            <a:r>
              <a:rPr sz="4200" spc="150" dirty="0"/>
              <a:t>STUDIO</a:t>
            </a:r>
            <a:endParaRPr sz="4200" dirty="0"/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600" b="0" dirty="0">
                <a:solidFill>
                  <a:srgbClr val="FFFFFF"/>
                </a:solidFill>
                <a:latin typeface="Arial MT"/>
                <a:cs typeface="Arial MT"/>
              </a:rPr>
              <a:t>Creative</a:t>
            </a:r>
            <a:r>
              <a:rPr sz="1600" b="0" spc="3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b="0" spc="45" dirty="0">
                <a:solidFill>
                  <a:srgbClr val="FFFFFF"/>
                </a:solidFill>
                <a:latin typeface="Arial MT"/>
                <a:cs typeface="Arial MT"/>
              </a:rPr>
              <a:t>Production</a:t>
            </a:r>
            <a:r>
              <a:rPr sz="1600" b="0" spc="3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sz="1600" b="0" spc="2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b="0" spc="45" dirty="0">
                <a:solidFill>
                  <a:srgbClr val="FFFFFF"/>
                </a:solidFill>
                <a:latin typeface="Arial MT"/>
                <a:cs typeface="Arial MT"/>
              </a:rPr>
              <a:t>Marketing</a:t>
            </a:r>
            <a:r>
              <a:rPr sz="1600" b="0" spc="2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b="0" spc="-10" dirty="0">
                <a:solidFill>
                  <a:srgbClr val="FFFFFF"/>
                </a:solidFill>
                <a:latin typeface="Arial MT"/>
                <a:cs typeface="Arial MT"/>
              </a:rPr>
              <a:t>Studio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6233" y="4583048"/>
            <a:ext cx="40887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solidFill>
                  <a:srgbClr val="BEBEBE"/>
                </a:solidFill>
                <a:latin typeface="Arial"/>
                <a:cs typeface="Arial"/>
              </a:rPr>
              <a:t>"We</a:t>
            </a:r>
            <a:r>
              <a:rPr sz="1400" i="1" spc="-95" dirty="0">
                <a:solidFill>
                  <a:srgbClr val="BEBE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BEBEBE"/>
                </a:solidFill>
                <a:latin typeface="Arial"/>
                <a:cs typeface="Arial"/>
              </a:rPr>
              <a:t>Don’t</a:t>
            </a:r>
            <a:r>
              <a:rPr sz="1400" i="1" spc="-25" dirty="0">
                <a:solidFill>
                  <a:srgbClr val="BEBE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BEBEBE"/>
                </a:solidFill>
                <a:latin typeface="Arial"/>
                <a:cs typeface="Arial"/>
              </a:rPr>
              <a:t>Just</a:t>
            </a:r>
            <a:r>
              <a:rPr sz="1400" i="1" spc="-65" dirty="0">
                <a:solidFill>
                  <a:srgbClr val="BEBE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BEBEBE"/>
                </a:solidFill>
                <a:latin typeface="Arial"/>
                <a:cs typeface="Arial"/>
              </a:rPr>
              <a:t>Create</a:t>
            </a:r>
            <a:r>
              <a:rPr sz="1400" i="1" spc="-65" dirty="0">
                <a:solidFill>
                  <a:srgbClr val="BEBE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BEBEBE"/>
                </a:solidFill>
                <a:latin typeface="Arial"/>
                <a:cs typeface="Arial"/>
              </a:rPr>
              <a:t>Content</a:t>
            </a:r>
            <a:r>
              <a:rPr sz="1400" i="1" spc="-70" dirty="0">
                <a:solidFill>
                  <a:srgbClr val="BEBE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BEBEBE"/>
                </a:solidFill>
                <a:latin typeface="Arial"/>
                <a:cs typeface="Arial"/>
              </a:rPr>
              <a:t>—</a:t>
            </a:r>
            <a:r>
              <a:rPr sz="1400" i="1" spc="-40" dirty="0">
                <a:solidFill>
                  <a:srgbClr val="BEBE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BEBEBE"/>
                </a:solidFill>
                <a:latin typeface="Arial"/>
                <a:cs typeface="Arial"/>
              </a:rPr>
              <a:t>We</a:t>
            </a:r>
            <a:r>
              <a:rPr sz="1400" i="1" spc="-80" dirty="0">
                <a:solidFill>
                  <a:srgbClr val="BEBE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BEBEBE"/>
                </a:solidFill>
                <a:latin typeface="Arial"/>
                <a:cs typeface="Arial"/>
              </a:rPr>
              <a:t>Build</a:t>
            </a:r>
            <a:r>
              <a:rPr sz="1400" i="1" spc="-50" dirty="0">
                <a:solidFill>
                  <a:srgbClr val="BEBE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BEBEBE"/>
                </a:solidFill>
                <a:latin typeface="Arial"/>
                <a:cs typeface="Arial"/>
              </a:rPr>
              <a:t>Impact."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1" name="object 12">
            <a:extLst>
              <a:ext uri="{FF2B5EF4-FFF2-40B4-BE49-F238E27FC236}">
                <a16:creationId xmlns:a16="http://schemas.microsoft.com/office/drawing/2014/main" id="{7FC68152-DDAD-BB9C-BBD6-AF835E1D056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3642360"/>
            <a:ext cx="10691622" cy="39189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30FAD4-047D-3D63-D2FC-47962C9CBA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5482"/>
            <a:ext cx="10693400" cy="60182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19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MT</vt:lpstr>
      <vt:lpstr>Calibri</vt:lpstr>
      <vt:lpstr>Office Theme</vt:lpstr>
      <vt:lpstr>VERSA VISION STUDIO Creative Production + Marketing Studio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Versa Vision Studio - Portfolio</dc:title>
  <dc:creator>Ch Asjid</dc:creator>
  <cp:lastModifiedBy>Abdullah Arif 25</cp:lastModifiedBy>
  <cp:revision>3</cp:revision>
  <dcterms:created xsi:type="dcterms:W3CDTF">2026-06-08T10:26:19Z</dcterms:created>
  <dcterms:modified xsi:type="dcterms:W3CDTF">2026-07-10T15:23:04Z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2026-05-02T00:00:00Z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2026-06-08T00:00:00Z</vt:filetime>
  </property>
  <property fmtid="{D5CDD505-2E9C-101B-9397-08002B2CF9AE}" pid="6" name="Producer">
    <vt:lpwstr>Microsoft® PowerPoint® 2016</vt:lpwstr>
  </property>
</Properties>
</file>